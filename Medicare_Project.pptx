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85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MINI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Appointment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Platform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responsive, role-based web application that lets patients discover, filter, and book verified doctors online — while giving doctors a real-time dashboard to manage their practice.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257800"/>
            <a:ext cx="6949440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486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Sunkara Manikanta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 (Batch 2023–2027)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92640" y="50749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5074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640" y="564184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5641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620877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6208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Medicare?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is a front-end web application that digitizes the doctor-appointment workflow end to end — from searching a specialist to confirming a booking — using only client-side web technologies.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734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30358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doctors by specialty, rating, and consultation fee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602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9044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slot and submit symptoms in a guided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471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773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confirm, or cancel appointments from a 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31736" y="1545336"/>
            <a:ext cx="4544568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8" name="Image 0" descr="her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600200"/>
            <a:ext cx="4434840" cy="4206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24942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patients find doctors by specialty, experience, and fee in a few clicks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24942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scheduling with an instant, wait-list-free booking 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703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98678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three distinct experiences — Patient, Doctor, and Admin — from one 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7033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98678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doctors a live dashboard to confirm, decline, and track bookings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5440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572414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clean, accessible, dark-themed interface across screen sizes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21208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4406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Front-End Build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572414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complete application logic using only HTML, CSS &amp; JavaScript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client-side architecture — every layer runs in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167128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markup + CSS3 (Flexbox / Grid, custom properties for the dark theme)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95351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41985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30098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300984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(ES6+) — DOM rendering, event handling, form validation, routing between views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08736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325112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5537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443484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 objects / JSON, persisted client-side (localStorage) to simulate doctors, bookings &amp; users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52212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458968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6875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5686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Rendering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5568696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UI rendering for Patient, Doctor, and Admin experiences from shared components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3911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69748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302666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pages, forms &amp; dashboards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436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203911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039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0392" y="269748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0392" y="302666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Flexbox/Grid layouts, custom properties, dark theme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7720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3232" y="203911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33323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3232" y="269748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3232" y="302666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event-driven interactivity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414223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" y="480060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/ JSON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512978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persistence &amp; mock backend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436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0392" y="41422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039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0392" y="480060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0392" y="512978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for cross-device compatibility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720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3232" y="414223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33323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33232" y="4800600"/>
            <a:ext cx="2840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&amp; SVG Icons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3232" y="5129784"/>
            <a:ext cx="284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iconography across the UI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 &amp; Doctor Discovery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5506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live stats — 350+ doctors, 15k+ patients, 99.2% satisfaction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4871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048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"Search by Speciality" grid — Cardiologist, Pediatrician, Dermatologist, Orthopedist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cards show rating, qualification, experience, hospital &amp; consultation fee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indicators: Verified Specialists, Instant Approvals, Patient-Centered Care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1362456"/>
            <a:ext cx="5321808" cy="2441448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7" name="Image 0" descr="specialty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21208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08776" y="3922776"/>
            <a:ext cx="5321808" cy="2441448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9" name="Image 1" descr="doctors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3977640"/>
            <a:ext cx="5212080" cy="2331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5506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sign-up flow with a Patient / Doctor toggle for role selection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3230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form validation for name, email, phone &amp; password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2095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screen with a "Medicare Info Hub" for quick demo-account access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867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secure sessions for Patient, Doctor, and Admin test accounts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51576" y="1362456"/>
            <a:ext cx="2898648" cy="5001768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7" name="Image 0" descr="register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417320"/>
            <a:ext cx="2788920" cy="4892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677656" y="1682496"/>
            <a:ext cx="2852928" cy="431596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9" name="Image 1" descr="login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32520" y="1737360"/>
            <a:ext cx="2743200" cy="42062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Module — My Appointments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007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view — All, Upcoming, Completed, Cancelled appointments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5328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505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doctor, specialty, hospital, date, time &amp; symptoms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826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badges (e.g. Pending) reflect the doctor's response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50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"Cancel Booking" and "Book New Doctor" 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1636776"/>
            <a:ext cx="5321808" cy="376732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7" name="Image 0" descr="appointment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691640"/>
            <a:ext cx="5212080" cy="3657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Module — Practice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007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 — total bookings, upcoming &amp; completed consultations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5328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505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bookings list with symptoms, sorted by 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826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Decline actions update booking status instantly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50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practice settings — specialization, fees, bio, available days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1636776"/>
            <a:ext cx="5321808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25000"/>
              </a:srgbClr>
            </a:outerShdw>
          </a:effectLst>
        </p:spPr>
      </p:sp>
      <p:pic>
        <p:nvPicPr>
          <p:cNvPr id="17" name="Image 0" descr="dashbo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691640"/>
            <a:ext cx="5212080" cy="33832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6459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cards, bookings &amp; dashboard stats are generated at runtime with JS template literals and injected into the DOM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606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Decline, Cancel and tab-filter actions are handled through centralized event listeners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flows validate name, email, phone and password formats before submission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526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Persistence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45262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 (users, doctors, bookings) is modeled as JS objects/arrays and persisted via localStorage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9784080" cy="105156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6235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Project Structure   </a:t>
            </a:r>
            <a:pPr indent="0" marL="0">
              <a:buNone/>
            </a:pPr>
            <a:r>
              <a:rPr lang="en-US" sz="1150" dirty="0">
                <a:solidFill>
                  <a:srgbClr val="C3C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 •   /css/style.css   •   /js/script.js   •   /assets/images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3911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2432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308152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tailored views for Patients and Doctors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436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203911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6039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0392" y="262432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Specialty-Based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0392" y="308152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doctors by category, rating &amp; fee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178308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3232" y="203911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33323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33232" y="262432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3232" y="308152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Confirmed / Cancelled tracked live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4142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7552" y="472744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518464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Upcoming, Completed &amp; Cancelled tabs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0436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0392" y="41422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039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60392" y="472744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Profile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0392" y="518464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edit fees, bio &amp; availability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7200" y="3886200"/>
            <a:ext cx="3352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3232" y="4142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33323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33232" y="4727448"/>
            <a:ext cx="2840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Secure Auth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3232" y="5184648"/>
            <a:ext cx="2840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with session-style access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2821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Integration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72821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+ a database (e.g. MongoDB) to replace localStorage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054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50545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consultation-fee payments at booking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2826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28269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alerts for booking confirmations &amp; reminders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405993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video calls between patient and doctor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8371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dashboards for bookings, revenue &amp; doctor activity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5029200" cy="50292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-164592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shows how a complete, role-based healthcare booking experience can be engineered using only HTML, CSS, and JavaScript — from doctor discovery to appointment management.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7589520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Sunkara Manikanta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2023–2027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2026-07-30T02:08:14Z</dcterms:created>
  <dcterms:modified xsi:type="dcterms:W3CDTF">2026-07-30T02:08:14Z</dcterms:modified>
</cp:coreProperties>
</file>